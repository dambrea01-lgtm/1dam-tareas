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569C7-0D88-4A31-948F-96E3501D4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E13A70-492D-4199-9168-745A70812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30687-F89D-4920-93C1-EAE262AB3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453EE-5D24-4DCA-B7B8-F00CC7FB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B1F1CD-24DF-4623-935D-82F7D285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700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8E04-6130-4C9D-A74F-C7E843E2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8B6DD8-E0AA-461E-B4CA-96088493D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B37D2-271B-420C-B355-A6EE1860A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68B9C1-E03B-4222-B354-EF78A5A7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BCB259-8F86-437C-BB95-BD3DBEC65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07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3D032-D6FA-43D5-9998-1C317FBD3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B0EE7F-EA8F-46C5-9AF7-BC4DED82D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8E2A52-2EDA-4630-B348-63F522B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2CAFB-0376-4B7B-8960-5FF0F5D0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0BA39D-E63E-4EE4-8763-AEAD4BC1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77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766CF-C698-47FB-9AE6-AD8194FAC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6AC806-6610-49C7-AB94-9769C1DEA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9437E4-E4F3-424F-9F5C-106A11300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71675B-AE44-4A49-83BA-92B8C7048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67CBA1-A5E1-4BA5-87B6-701353E1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07E43B-7526-4135-A5A0-48252264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30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60E10-8C76-47ED-8E1B-2CA85A2E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9C2A0-CCE4-4FD5-AE82-E312440D9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95C1D4-A0DD-4940-9875-6EDCF03B6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ADF917-D8ED-4BC5-89B9-84AD3DB36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500BCF1-88B1-4A43-B171-E20A7B430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3A5AAC9-D42E-4337-98A8-F3532F41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EEEE8E-6A6C-4923-AF89-0F05ADB9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7BF21D-F6C8-44EC-B340-FC162170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83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96B8B-B033-443C-91A2-415B9AC3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2D82EF-1FF0-44B2-A1FD-0B1E19F6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D37612-928D-4F06-B29E-94B61522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D7D6D1-A81F-4872-8490-0F2F4E6A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775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2B4EC4A-3F2E-4C56-8B01-B40C91B6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A2F9DC-6122-4E5F-8390-3C0C5C12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032BAE-73B6-4FA8-8B08-FC207982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98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01581-6221-439D-8F60-C209CCFC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95C769-EBC3-4E2B-A0F3-ACD2A858B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0B0868-9F71-4013-B22E-4DA1187AE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504A78-5322-4D10-864E-EB1C616E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BFC37C-D6D7-4F8F-A0EB-1271C3A3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76D12C-3613-4F41-AE22-2CCD8019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87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4100C-747B-4FBE-8143-AC1DE4B7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361AFE-DA61-46DF-B3EE-119869E75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84FF81-1C33-404A-B14F-303E65EE6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440F05-71C2-42CD-8C0B-5EE09838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8B0794-3E58-42FF-A54D-90F26829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A01B47-4443-4ED3-9FF4-5E70F311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19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4F5A4-578E-4824-BC5C-D7F6E231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1160D1-732D-448F-81D9-2C5E21584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D498D-0957-4B73-BFBD-3B5DD0D6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A35D6C-2E46-4318-9CDF-A4D65C50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05309D-C9AE-4B62-81F5-30C05CA3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002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CC0FBA-E277-4DB0-B76B-E5FB8F733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BAE67D-D657-41C1-9149-02AEFAA0B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2A2607-97AC-44E1-AB8E-1AE9BFF0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BF4757-356C-40F3-9755-7CA13ECE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FBFA2-0470-438E-A88A-D58B7512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95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8B7A39-706E-48B8-8828-9EFB72CF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8734F8-61BB-4D13-8247-1FF52ED1C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AC810-83B8-4E2B-9D9F-25081A658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E1FD6-DFF4-4C09-9790-0DA33BE543AD}" type="datetimeFigureOut">
              <a:rPr lang="es-ES" smtClean="0"/>
              <a:t>18/10/2020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55A600-A9AE-412D-969D-3CCE4B648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B2D870-FC1A-41CE-96FC-9CC38B635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6C115-AF15-4945-9D43-205BB2C19C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531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9FDDF-618F-4DF9-9B82-8D3B7B9063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Tema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6F67AB-3940-4F8C-BBBD-886143771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Almacenamiento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39677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9B9017-8ED7-4659-A426-C3F4F916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1.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01E31C-3CD5-46B1-B2AF-DE0B13264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T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odo lo que nos rodea, en alguna medida, está relacionado con los datos, su almacenamiento y su gestión</a:t>
            </a:r>
          </a:p>
          <a:p>
            <a:pPr marL="0" indent="0">
              <a:buNone/>
            </a:pP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El gran volumen de datos que actualmente manejamos y sus innumerables posibilidades requieren de la existencia de técnicos perfectamente formados y capaces de trabajar con ellos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Nos centramos en el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estudio de las Bases de Datos (BD) y su uso en el desarrollo de aplicaciones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572A12-C11A-4ACF-AEC9-228F31D11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575" y="2819490"/>
            <a:ext cx="2675114" cy="13770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DEE028A-708C-4539-A1C1-5E1242FAD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156" y="4797777"/>
            <a:ext cx="1972733" cy="197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18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16798-CE34-43A0-8206-64D90D513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978" y="2464859"/>
            <a:ext cx="10515600" cy="1325563"/>
          </a:xfrm>
        </p:spPr>
        <p:txBody>
          <a:bodyPr/>
          <a:lstStyle/>
          <a:p>
            <a:pPr algn="ctr"/>
            <a:r>
              <a:rPr lang="es-ES" dirty="0"/>
              <a:t>2. Ficheros</a:t>
            </a:r>
          </a:p>
        </p:txBody>
      </p:sp>
    </p:spTree>
    <p:extLst>
      <p:ext uri="{BB962C8B-B14F-4D97-AF65-F5344CB8AC3E}">
        <p14:creationId xmlns:p14="http://schemas.microsoft.com/office/powerpoint/2010/main" val="2142278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9B1B3-4917-4530-ADCC-BB61E8B0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2.1 ¿Qué es un fichero de datos?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A8040D-7D00-4799-AC4D-95E8CF9A7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En la década de los setenta, los procesos básicos que se llevaban a cabo en una empresa se centraban en cuestiones relacionadas con contabilidad y facturación. Las necesidades de almacenamiento y gestión de información podían satisfacerse utilizando un número relativamente reducido de archivos en papel agrupados y ordenados .</a:t>
            </a:r>
          </a:p>
          <a:p>
            <a:pPr marL="0" indent="0">
              <a:buNone/>
            </a:pP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Al llevar a cabo una primera informatización, se pasó de tener los datos en formato papel a poder acceder a ellos de manera mucho más rápida a través del ordenador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En ese momento,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informática adaptó sus herramientas para que los elementos que el usuario maneja en el ordenador se parezcan a los que utilizaba manualmente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endParaRPr lang="es-E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El elemento que permitió llevar a cabo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el almacenamiento de datos de forma permanente en dispositivos de memoria masiva fue el fichero o archivo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7985E3-4220-4DF5-892D-29CE62A07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089" y="1825624"/>
            <a:ext cx="922866" cy="13255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D4E442-94A8-42EE-A5CB-ACCB96810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962" y="5235141"/>
            <a:ext cx="1832505" cy="125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2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48D15-3B92-4FB3-80C6-6B6388CE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2.1 ¿Qué es un fichero de datos?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72A829-24CC-4E0B-BAB8-B7190FEFF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156" y="1825625"/>
            <a:ext cx="11074400" cy="4351338"/>
          </a:xfrm>
        </p:spPr>
        <p:txBody>
          <a:bodyPr>
            <a:normAutofit fontScale="92500" lnSpcReduction="20000"/>
          </a:bodyPr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están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formados por registros lógicos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que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contienen datos relativos a un mismo elemento u objeto .</a:t>
            </a:r>
          </a:p>
          <a:p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registros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están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divididos en campos que contienen cada una de las informaciones elementales.</a:t>
            </a:r>
          </a:p>
          <a:p>
            <a:pPr marL="0" indent="0">
              <a:buNone/>
            </a:pP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Como 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suelen ser muy voluminosos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solo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pueden llevar a la memoria principal partes de ellos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para poder procesarlos. </a:t>
            </a:r>
            <a:endParaRPr lang="es-ES" sz="1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cantidad de información que es transferida por el Sistema Operativo entre el soporte en el que se almacena el fichero, y la memoria principal del ordenador, en una sola operación de lectura/grabación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recibe el nombre de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registro físico o bloque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ACAAA8-1EA4-4D3A-AF9F-A169954F6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44" y="1346780"/>
            <a:ext cx="12192000" cy="15002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85D4E9-20E6-4A99-8BDF-7A0DE0BCC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995" y="3621655"/>
            <a:ext cx="2344562" cy="11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7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E9597-8FDB-4816-A29F-423211C6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2.1 ¿Qué es un fichero de datos?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5E1EB-206D-4FCA-BA02-B0479568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491"/>
            <a:ext cx="10515600" cy="4351338"/>
          </a:xfrm>
        </p:spPr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Al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número de registros que entran en un bloque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le conoce con el nombre de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factor de blocaje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y a esta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operación de agrupar varios registros en un bloque se le llama bloqueo de registros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clave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 identificativo es un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campo (o conjunto de campos) que identifica cada registro del fichero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Cuando una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clave se utiliza como campo de localización en el fichero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denomina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llave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key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).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10A19F-9DFD-4E5A-91E5-3D46940C9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488" y="2430287"/>
            <a:ext cx="4450890" cy="23957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C15D2F-D2BA-4B11-8D55-33C4F91D1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615" y="5545137"/>
            <a:ext cx="958674" cy="95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7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6D1A-2728-40CD-8A48-124391C1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2.1 ¿Qué es un fichero de datos?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830BA2-9F59-4AB1-8F05-73BE3D0CA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pueden estar formados por registros de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uno de los siguientes tipos: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Longitud fija.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Longitud variable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el sistema reserva una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palabra al comienzo de cada registro para anotar su longitud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Delimitados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el sistema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incluye un carácter especial al final de cada registro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Indefinido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en este caso el SO no realiza ninguna gestión sobre la longitud de los registros del fichero.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7582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D6815-76A8-4C18-83BF-BABE88B0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2.2. Tipos de ficheros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5F9260-4534-4210-8844-ECB19607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Según la función que vaya a desempeñar los ficheros , se pueden clasificar: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permanentes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contienen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información relevante para una aplicación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(los datos necesarios para el funcionamiento de ésta).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Su vida es larga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y generalmente no puede generarse de una forma inmediata a partir de otros ficheros. Estos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subdividen en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maestros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contienen el estado actual de 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datos que pueden modificarse desde la aplicación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Es la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parte central de la aplicación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su núcleo. Podría ser un archivo con los datos de los usuarios de una plataforma educativa, un archivo de clientes de un banco, etc.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constantes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son aquellos que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incluyen datos fijos para la aplicación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No suelen ser modificados (o suele ser infrecuente) y se accede a ellos para realización de consultas. Podría ser un archivo con códigos postales, la ubicación de estantes en una biblioteca, una tabla de números primos, etc.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históricos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contienen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datos que fueron considerados como actuales en un periodo o situación anterior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Se utilizan para la reconstrucción de situaciones (actual o anteriores). Podría ser un archivo con los usuarios que han sido dados de baja en la plataforma educativa.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261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D6815-76A8-4C18-83BF-BABE88B0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2.2. Tipos de ficheros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5F9260-4534-4210-8844-ECB19607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temporales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se utilizan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para almacenar información útil para una parte de la aplicación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no para toda ella. Son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generados a partir de datos de ficheros permanentes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Tienen un corto periodo de existencia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Estos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subdividen en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</a:p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intermedios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almacenan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resultados de una aplicación que serán utilizados por otra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dentro de una misma tarea.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de maniobras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almacenan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datos de una aplicación que no pueden ser mantenidos en memoria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principal por falta de espacio. </a:t>
            </a:r>
            <a:endParaRPr lang="es-ES" sz="1800" b="0" i="0" u="none" strike="noStrike" baseline="0" dirty="0">
              <a:solidFill>
                <a:srgbClr val="000000"/>
              </a:solidFill>
              <a:latin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de resultados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almacenan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datos que van a ser transferidos a un dispositivo de salida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613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BE3271-D552-4161-A7F5-B67B79CF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2.3 Los Soportes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B893F-41FC-4AF8-B3C3-F90D9B5F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ficheros se almacenan en soportes de información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manejados por dispositivos periféricos del ordenador, que permiten leer y grabar datos en el soporte .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soportes más utilizados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para almacenar los ficheros son las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cintas magnéticas y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discos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(magnéticos, ópticos, o magneto-ópticos). </a:t>
            </a:r>
          </a:p>
          <a:p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El tamaño de los ficheros está limitado por el tamaño de los dispositivos que los albergan. 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Por tanto,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distinguen dos tipos de soportes para el almacenamiento de datos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Soportes de acceso secuencial o no direccionables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(Ej.: cintas magnéticas): se suelen usar en copias de seguridad y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si deseamos leer un dato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que está en la mitad de la cinta,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tendremos que leer todo lo que hay hasta llegar a esa posición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Soportes de acceso directo o direccionables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(Ej.: discos): son los más empleados y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el acceso a los datos puede hacerse de forma directa, pudiendo colocarnos en la posición que nos interesa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y leer a partir de ella (no es necesario recorrer o leer otros bloques). 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47F2FB-B846-4D00-9BA4-6DEBAA03B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134" y="2602970"/>
            <a:ext cx="981252" cy="82603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109872-1D42-4DD9-B8FA-B6B5EB35C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018" y="2693194"/>
            <a:ext cx="1175103" cy="62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4B8A6-5692-42C8-9BAF-FAAFC643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2.4. Parámetros de utilización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2E7DA-3409-4795-872B-592258D7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En función del uso que se vaya a dar al fichero, serán adecuados unos tipos u otros de organización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Mediante la utilización de parámetros de referencia, podremos determinar el uso de un fichero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Estos parámetros son: </a:t>
            </a: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Capacidad o volumen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es el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espacio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en caracteres,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que ocupa el fichero .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Actividad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permite conocer la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cantidad de consultas y modificaciones que se realizan en el fichero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(tasa de consultas o modificación y frecuencia de consultas o modificación)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Volatilidad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mide la cantidad de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inserciones y borrados que se efectúan en un fichero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(tasa de renovación y frecuencia de renovación)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Crecimiento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: es la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variación de la capacidad del fichero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y se mide con la tasa de crecimiento </a:t>
            </a: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266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EEB60-C555-4A5D-89D5-DE6F8A99E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2.5. Organización de los ficheros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18A664-961C-4BB2-B9EC-93DA2577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objetivos fundamentales de las modificaciones  de los ficheros pueden resumirse en los siguientes puntos: </a:t>
            </a:r>
          </a:p>
          <a:p>
            <a:pPr marL="0" indent="0">
              <a:buNone/>
            </a:pP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Proporcionar un acceso rápido a los registros.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Conseguir economizar el almacenamiento.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Facilitar la actualización de los registros.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Permitir que la estructura refleje la organización real de la información. </a:t>
            </a:r>
          </a:p>
          <a:p>
            <a:pPr marL="0" indent="0">
              <a:buNone/>
            </a:pPr>
            <a:endParaRPr lang="es-ES" sz="18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Hay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distintas formas de estructurar u organizar los ficheros sobre un soporte de información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 debe, pues,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optar por una u otra organización, atendiendo a la forma en que se va a usar el fichero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CF4760-7647-4B02-95BB-5D4C0717C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252" y="2271563"/>
            <a:ext cx="3238147" cy="231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6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7712E3-A239-4330-912A-50EB8841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2.5.1 Organización secuencial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0A7719-62C0-46D8-81C9-1507FF9E4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 caracteriza porque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sus registros están almacenados de forma contigua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de manera, que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única forma de acceder a él, es leyendo un registro tras otro desde el principio hasta el final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Este tipo de ficheros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pueden utilizar dispositivos o soportes no direccionables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 de acceso secuencial.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registros almacenados se identifican por medio de una información ubicada en uno de sus campos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a este campo se le denomina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clave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llave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No es posible realizar fácilmente las operaciones de inserción, modificación o borrado sobre un fichero secuencial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Si se necesita actualizar un archivo con organización secuencial se debe crear de nuevo el archivo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(esto se realiza mediante un programa escrito para tal fin). </a:t>
            </a: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Tan sólo es posible añadir un nuevo registro de forma fácil al final del fichero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consulta se realiza en orden secuencial.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A84ED1-DB2F-48A4-9565-2586E8F0B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37" y="4464246"/>
            <a:ext cx="1741663" cy="239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0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17DBD-403E-4703-BA24-EB5E50CCA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2.5.1 Características de la Organización secuencial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D59C57-538D-4704-AF6C-3D8A3AE1A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lectura siempre se realiza hacia delante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Son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ficheros monousuario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no permiten el acceso simultáneo de varios usuarios.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Tienen una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estructura rígida de campos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Todos los registros deben aparecer en orden, es decir, la posición de los campos de cada registro siempre ha de ser la misma. </a:t>
            </a:r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El modo de apertura del fichero, condiciona la lectura o escritura. </a:t>
            </a:r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Aprovechan al máximo el soporte de almacenamiento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al no dejar huecos vacíos. </a:t>
            </a: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pueden grabar en cualquier tipo de soporte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tanto en secuenciales como direccionables. </a:t>
            </a:r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Todos los lenguajes de programación disponen de instrucciones para trabajar con este tipo de ficheros.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No se pueden insertar registros entre los que ya están grabados. </a:t>
            </a: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8339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68888-D07E-4514-8182-62D3871F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2.5.1. Ventajas y desventajas de la organización secuencial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A7795A7-5B64-4A4F-A1FF-9C4C776D5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462" y="1611664"/>
            <a:ext cx="7119075" cy="5145901"/>
          </a:xfrm>
        </p:spPr>
      </p:pic>
    </p:spTree>
    <p:extLst>
      <p:ext uri="{BB962C8B-B14F-4D97-AF65-F5344CB8AC3E}">
        <p14:creationId xmlns:p14="http://schemas.microsoft.com/office/powerpoint/2010/main" val="1988080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C01BF-8435-4B7C-9AD6-CFFC3AD4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2.5.2 Organización secuencial encadenado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A312C5-DACE-4E4D-A889-B3ED7779B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1" dirty="0">
                <a:solidFill>
                  <a:srgbClr val="000000"/>
                </a:solidFill>
                <a:latin typeface="Calibri" panose="020F0502020204030204" pitchFamily="34" charset="0"/>
              </a:rPr>
              <a:t>J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unto a cada registro se almacena un puntero (enlace) con la dirección del registro siguiente, según el orden lógico del fichero.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ficheros con esta organización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sólo pueden ser gestionados en soportes direccionables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consulta es secuencial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cada vez que se lee un registro se lee la posición del siguiente.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insertar un registro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 necesario, en primer lugar,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localizar la posición en que se desea insertar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(entre qué dos registros se quiere que aparezca). El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registro se crea en una zona libre y se modifican los punteros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(enlaces) para que el registro quede insertado entre los dos registros deseados.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1AB44F-7BC2-4988-9FE8-43B3AAF3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015" y="4156075"/>
            <a:ext cx="58007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15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B2A1AA-77D9-4801-9571-A58528EF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2.5.2 Organización secuencial encadenado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F4A77E-5CCB-435A-88AC-587C45CE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Para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borrar un registro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asigna al puntero del registro anterior la dirección del registro siguiente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al que se desea borrar. El Sistema Operativo puede o no liberar el espacio ocupado por el registro borrado.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Al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modificar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si ésta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no implica un aumento de longitud del registro, éste puede reescribirse en el mismo espacio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En el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caso de que el registro aumente de longitud se debe insertar el registro y posteriormente borrar la versión anterior a la modificación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 principal ventaja de esta organización es su flexibilidad, y su principal inconveniente es su limitación a consulta secuencial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CB6E2C-E79F-49B8-9563-A7ED669E6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09" y="3609778"/>
            <a:ext cx="4606852" cy="324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90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F23C3-AD42-4704-9217-A78B7AC7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2.5.2 Ventajas y desventajas de organización secuencial encadenada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46AF8C6-76D9-4131-BCE8-0FA238838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845" y="1581844"/>
            <a:ext cx="6416309" cy="5276156"/>
          </a:xfrm>
        </p:spPr>
      </p:pic>
    </p:spTree>
    <p:extLst>
      <p:ext uri="{BB962C8B-B14F-4D97-AF65-F5344CB8AC3E}">
        <p14:creationId xmlns:p14="http://schemas.microsoft.com/office/powerpoint/2010/main" val="2652266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1766</Words>
  <Application>Microsoft Office PowerPoint</Application>
  <PresentationFormat>Panorámica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Tema de Office</vt:lpstr>
      <vt:lpstr>Tema 1</vt:lpstr>
      <vt:lpstr>1. Introducción</vt:lpstr>
      <vt:lpstr>2. Ficheros</vt:lpstr>
      <vt:lpstr>2.1 ¿Qué es un fichero de datos?</vt:lpstr>
      <vt:lpstr>2.1 ¿Qué es un fichero de datos?</vt:lpstr>
      <vt:lpstr>2.1 ¿Qué es un fichero de datos?</vt:lpstr>
      <vt:lpstr>2.1 ¿Qué es un fichero de datos?</vt:lpstr>
      <vt:lpstr>2.2. Tipos de ficheros</vt:lpstr>
      <vt:lpstr>2.2. Tipos de ficheros</vt:lpstr>
      <vt:lpstr>2.3 Los Soportes de Información</vt:lpstr>
      <vt:lpstr>2.4. Parámetros de utilización</vt:lpstr>
      <vt:lpstr>2.5. Organización de los ficheros</vt:lpstr>
      <vt:lpstr>2.5.1 Organización secuencial</vt:lpstr>
      <vt:lpstr>2.5.1 Características de la Organización secuencial</vt:lpstr>
      <vt:lpstr>2.5.1. Ventajas y desventajas de la organización secuencial</vt:lpstr>
      <vt:lpstr>2.5.2 Organización secuencial encadenado</vt:lpstr>
      <vt:lpstr>2.5.2 Organización secuencial encadenado</vt:lpstr>
      <vt:lpstr>2.5.2 Ventajas y desventajas de organización secuencial encadenada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</dc:title>
  <dc:creator>Admin</dc:creator>
  <cp:lastModifiedBy>Admin</cp:lastModifiedBy>
  <cp:revision>12</cp:revision>
  <dcterms:created xsi:type="dcterms:W3CDTF">2020-10-18T10:21:47Z</dcterms:created>
  <dcterms:modified xsi:type="dcterms:W3CDTF">2020-10-18T11:47:14Z</dcterms:modified>
</cp:coreProperties>
</file>